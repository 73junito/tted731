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71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C54AF-8A28-4E66-B944-F89D76494406}" v="2" dt="2026-06-17T14:02:42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Belcher" userId="5e32593e-d09c-47ab-94f0-f2d7946a4b2a" providerId="ADAL" clId="{89D4B403-7219-4A72-AD65-189E4FE5881D}"/>
    <pc:docChg chg="custSel addSld delSld modSld sldOrd">
      <pc:chgData name="Greg Belcher" userId="5e32593e-d09c-47ab-94f0-f2d7946a4b2a" providerId="ADAL" clId="{89D4B403-7219-4A72-AD65-189E4FE5881D}" dt="2026-06-17T14:02:30.467" v="316" actId="20577"/>
      <pc:docMkLst>
        <pc:docMk/>
      </pc:docMkLst>
      <pc:sldChg chg="modSp new mod ord">
        <pc:chgData name="Greg Belcher" userId="5e32593e-d09c-47ab-94f0-f2d7946a4b2a" providerId="ADAL" clId="{89D4B403-7219-4A72-AD65-189E4FE5881D}" dt="2026-06-17T14:02:30.467" v="316" actId="20577"/>
        <pc:sldMkLst>
          <pc:docMk/>
          <pc:sldMk cId="2616742295" sldId="271"/>
        </pc:sldMkLst>
        <pc:spChg chg="mod">
          <ac:chgData name="Greg Belcher" userId="5e32593e-d09c-47ab-94f0-f2d7946a4b2a" providerId="ADAL" clId="{89D4B403-7219-4A72-AD65-189E4FE5881D}" dt="2026-06-17T14:02:30.467" v="316" actId="20577"/>
          <ac:spMkLst>
            <pc:docMk/>
            <pc:sldMk cId="2616742295" sldId="271"/>
            <ac:spMk id="3" creationId="{F78DAA5E-C501-3757-99E9-5C1EDD0010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0F4D5-9CEB-4F75-82DF-37A78050461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72120-7518-454F-827B-9115D15E7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0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81343F6E-B3CD-49F2-9E72-C4038A1DE3CF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066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B53E4-5A76-4FE7-8D2C-E59123026EE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2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251E-BDAC-492D-921F-ABCCB1E6A6E5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87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A1E73-4A9E-4000-9A85-0C881CE4FC0C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3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ADD37-A073-4839-A5C5-28D99B78F755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11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B36D7-72B1-4BAD-B374-30DE56AC50B9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183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96DF6-4755-4D32-A607-F6B05C095BD5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26524-18E9-4516-8378-B1701257BDC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08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AEC1-3BBC-49C2-A683-8EC48879DF79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08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5B35-BC9A-476A-8023-931F731D4AB5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A5D4-8728-41C2-8EA4-7CBF4796A88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712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015A-DF0B-4C65-9799-6B98C9B102D6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932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A2F6A-C668-44A3-A8E8-200612C7FF14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55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0339-203C-4FEE-A34E-E10EA5C1B39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545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CBCBA-6A3E-46BD-BAA3-D6328DBBD429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48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B3E8-AF44-4719-8147-9BF368BD53AF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52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5A1FF-192D-46D8-AF47-73ADA98F09AA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7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1C0A412-4F23-4518-8D1F-5402151743FE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5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E029-F630-49D9-AD54-EF7CF4254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TTED 731 Adult Learners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DAA5E-C501-3757-99E9-5C1EDD001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6: Adult Learners in Workforce and Occupational Settings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A6655-E36F-166D-C831-B2D4A412B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42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focus of this lesson is on</a:t>
            </a:r>
            <a:r>
              <a:rPr dirty="0"/>
              <a:t>: Preparing adult learners with technical skills for employment and career advancement</a:t>
            </a:r>
            <a:endParaRPr lang="en-US" dirty="0"/>
          </a:p>
          <a:p>
            <a:r>
              <a:rPr lang="en-US" dirty="0"/>
              <a:t>Workforce programs align with industry standards</a:t>
            </a:r>
          </a:p>
          <a:p>
            <a:r>
              <a:rPr lang="en-US" dirty="0"/>
              <a:t>Emphasis on competency development and real-world application</a:t>
            </a:r>
          </a:p>
          <a:p>
            <a:r>
              <a:rPr lang="en-US" dirty="0"/>
              <a:t>Focus on measurable skill mastery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52656-E005-A844-F01E-320BF817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 workforce education structure</a:t>
            </a:r>
          </a:p>
          <a:p>
            <a:r>
              <a:rPr dirty="0"/>
              <a:t>Describe competency-based education</a:t>
            </a:r>
          </a:p>
          <a:p>
            <a:r>
              <a:rPr dirty="0"/>
              <a:t>Analyze industry certification alignment</a:t>
            </a:r>
          </a:p>
          <a:p>
            <a:r>
              <a:rPr dirty="0"/>
              <a:t>Identify experiential learning value</a:t>
            </a:r>
          </a:p>
          <a:p>
            <a:r>
              <a:rPr dirty="0"/>
              <a:t>Design workforce-ready instruction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C421C-D8DE-0503-9632-85D40713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Workforce &amp; Occupational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Prepares learners for specific careers</a:t>
            </a:r>
          </a:p>
          <a:p>
            <a:r>
              <a:rPr dirty="0"/>
              <a:t>Focus on job-related skills</a:t>
            </a:r>
          </a:p>
          <a:p>
            <a:r>
              <a:rPr dirty="0"/>
              <a:t>Offered by technical colleges, </a:t>
            </a:r>
            <a:r>
              <a:rPr lang="en-US" dirty="0"/>
              <a:t>technology centers, community colleges, </a:t>
            </a:r>
            <a:r>
              <a:rPr dirty="0"/>
              <a:t>workforce centers, industry programs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5229C-9FEE-EB3C-29AB-196AE993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Competency-Based Education (CBE)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Focus on mastery of skills</a:t>
            </a:r>
          </a:p>
          <a:p>
            <a:r>
              <a:rPr dirty="0"/>
              <a:t>Progress based on competence, not time</a:t>
            </a:r>
          </a:p>
          <a:p>
            <a:r>
              <a:rPr dirty="0"/>
              <a:t>Flexible pacing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3D995-A5A0-2277-1014-67F3746C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CBE 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Clear learning outcomes</a:t>
            </a:r>
          </a:p>
          <a:p>
            <a:r>
              <a:rPr dirty="0"/>
              <a:t>Performance-based assessment</a:t>
            </a:r>
          </a:p>
          <a:p>
            <a:r>
              <a:rPr dirty="0"/>
              <a:t>Mastery focus</a:t>
            </a:r>
          </a:p>
          <a:p>
            <a:r>
              <a:rPr lang="en-US" dirty="0"/>
              <a:t>I</a:t>
            </a:r>
            <a:r>
              <a:rPr dirty="0"/>
              <a:t>ndustry-aligned competencies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376DB-8764-4F1D-4D77-4D611AC1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Certification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Prepares learners for recognized credentials</a:t>
            </a:r>
          </a:p>
          <a:p>
            <a:r>
              <a:rPr dirty="0"/>
              <a:t>Ensures relevance to employers</a:t>
            </a:r>
          </a:p>
          <a:p>
            <a:r>
              <a:rPr dirty="0"/>
              <a:t>Aligns with labor market needs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E05C3-DADB-DC7D-9E3E-BAC0FE6B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Healthcare credentials</a:t>
            </a:r>
          </a:p>
          <a:p>
            <a:r>
              <a:rPr dirty="0"/>
              <a:t>IT certifications</a:t>
            </a:r>
          </a:p>
          <a:p>
            <a:r>
              <a:rPr dirty="0"/>
              <a:t>Manufacturing/welding</a:t>
            </a:r>
          </a:p>
          <a:p>
            <a:r>
              <a:rPr dirty="0"/>
              <a:t>Automotive service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3E2CC-AAD1-BF2C-1F39-9B61321F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Experiential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Learning through hands-on experiences</a:t>
            </a:r>
          </a:p>
          <a:p>
            <a:r>
              <a:rPr dirty="0"/>
              <a:t>Connects theory to practice</a:t>
            </a:r>
          </a:p>
          <a:p>
            <a:r>
              <a:rPr dirty="0"/>
              <a:t>Enhances retention and engagement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46FCE-981C-7E09-BF3A-1BBD33F5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Experiential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Skill labs &amp; simulations</a:t>
            </a:r>
          </a:p>
          <a:p>
            <a:r>
              <a:rPr dirty="0"/>
              <a:t>Case-based learning</a:t>
            </a:r>
          </a:p>
          <a:p>
            <a:r>
              <a:rPr dirty="0"/>
              <a:t>Project-based assignments</a:t>
            </a:r>
          </a:p>
          <a:p>
            <a:r>
              <a:rPr dirty="0"/>
              <a:t>Workplace simulations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DB51B-FCC1-A910-83F5-FB2981A9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Apprenticeship &amp; Work-Based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Combines classroom + job training</a:t>
            </a:r>
          </a:p>
          <a:p>
            <a:r>
              <a:rPr dirty="0"/>
              <a:t>Develops real-world skills</a:t>
            </a:r>
          </a:p>
          <a:p>
            <a:r>
              <a:rPr dirty="0"/>
              <a:t>Includes mentorship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B10E8-0B1F-4471-D806-5EE28070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Work-Based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Registered apprenticeships</a:t>
            </a:r>
          </a:p>
          <a:p>
            <a:r>
              <a:rPr dirty="0"/>
              <a:t>Internships</a:t>
            </a:r>
          </a:p>
          <a:p>
            <a:r>
              <a:rPr dirty="0"/>
              <a:t>Cooperative education</a:t>
            </a:r>
          </a:p>
          <a:p>
            <a:r>
              <a:rPr dirty="0"/>
              <a:t>Clinical/practicum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EFE95-78F2-AFD4-1E4E-42B1F766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Employer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Advisory boards</a:t>
            </a:r>
          </a:p>
          <a:p>
            <a:r>
              <a:rPr dirty="0"/>
              <a:t>Internship opportunities</a:t>
            </a:r>
          </a:p>
          <a:p>
            <a:r>
              <a:rPr dirty="0"/>
              <a:t>Industry mentors</a:t>
            </a:r>
          </a:p>
          <a:p>
            <a:r>
              <a:rPr dirty="0"/>
              <a:t>Training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9DAE1-1481-9D5B-1C1F-5B8D37DC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Instructional 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Align with industry competencies</a:t>
            </a:r>
          </a:p>
          <a:p>
            <a:r>
              <a:rPr dirty="0"/>
              <a:t>Use simulations and real scenarios</a:t>
            </a:r>
          </a:p>
          <a:p>
            <a:r>
              <a:rPr dirty="0"/>
              <a:t>Focus on applied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06635-0EF0-2FE0-C783-E53F3AD7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Assessing Skill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Performance demonstrations</a:t>
            </a:r>
          </a:p>
          <a:p>
            <a:r>
              <a:rPr dirty="0"/>
              <a:t>Skill checklists</a:t>
            </a:r>
          </a:p>
          <a:p>
            <a:r>
              <a:rPr dirty="0"/>
              <a:t>Practical exams</a:t>
            </a:r>
          </a:p>
          <a:p>
            <a:r>
              <a:t>Workplace </a:t>
            </a:r>
            <a:r>
              <a:rPr dirty="0"/>
              <a:t>evaluations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BCC9F-0D5A-5798-C829-511B0A06A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</TotalTime>
  <Words>264</Words>
  <Application>Microsoft Office PowerPoint</Application>
  <PresentationFormat>On-screen Show (4:3)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Garamond</vt:lpstr>
      <vt:lpstr>Organic</vt:lpstr>
      <vt:lpstr>TTED 731 Adult Learners</vt:lpstr>
      <vt:lpstr>Introduction</vt:lpstr>
      <vt:lpstr>Learning Objectives</vt:lpstr>
      <vt:lpstr>Workforce &amp; Occupational Education</vt:lpstr>
      <vt:lpstr>Competency-Based Education (CBE)</vt:lpstr>
      <vt:lpstr>CBE Key Characteristics</vt:lpstr>
      <vt:lpstr>Industry Certification Alignment</vt:lpstr>
      <vt:lpstr>Certification Examples</vt:lpstr>
      <vt:lpstr>Experiential Learning</vt:lpstr>
      <vt:lpstr>Experiential Strategies</vt:lpstr>
      <vt:lpstr>Apprenticeship &amp; Work-Based Learning</vt:lpstr>
      <vt:lpstr>Work-Based Learning Models</vt:lpstr>
      <vt:lpstr>Employer Partnerships</vt:lpstr>
      <vt:lpstr>Instructional Design Considerations</vt:lpstr>
      <vt:lpstr>Assessing Skill Mastery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Greg Belcher</dc:creator>
  <cp:keywords/>
  <dc:description>generated using python-pptx</dc:description>
  <cp:lastModifiedBy>Greg Belcher</cp:lastModifiedBy>
  <cp:revision>1</cp:revision>
  <dcterms:created xsi:type="dcterms:W3CDTF">2013-01-27T09:14:16Z</dcterms:created>
  <dcterms:modified xsi:type="dcterms:W3CDTF">2026-06-17T14:02:46Z</dcterms:modified>
  <cp:category/>
</cp:coreProperties>
</file>