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78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954838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2192CE-D592-4266-9668-83535F16A249}" v="2" dt="2026-06-17T14:05:06.7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Belcher" userId="5e32593e-d09c-47ab-94f0-f2d7946a4b2a" providerId="ADAL" clId="{89D4B403-7219-4A72-AD65-189E4FE5881D}"/>
    <pc:docChg chg="undo custSel addSld delSld modSld sldOrd modNotesMaster">
      <pc:chgData name="Greg Belcher" userId="5e32593e-d09c-47ab-94f0-f2d7946a4b2a" providerId="ADAL" clId="{89D4B403-7219-4A72-AD65-189E4FE5881D}" dt="2026-06-17T14:05:06.718" v="41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CD49B447-B42B-4FAE-8029-7B320038D4D1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7E1FBDCE-396D-43B2-B61B-C123EF6BC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54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9FAFB204-37E8-464A-9313-4F3F5A0D2893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292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66242-EAAC-4DE6-9416-511364F8041C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03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1DB5-92B3-408A-A4A2-7B876FE14B02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660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80E11-F440-4DE9-97D8-9F1137E2CC2D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7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A06C9-26D7-4067-91C0-E1AB038772C6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339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70AE1-8C47-4A1A-9A29-E20CE1078100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554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A2377-0D0A-4330-9DED-2670743BCC7E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10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4DFA9-D98F-4ECB-A1A9-7978F7CFC597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B23E8-0354-4B8B-8FC4-313C3441E846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27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A0AB9-656A-40F9-A15B-B7F9224F3E05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42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A070B-114E-449E-BA8A-6F56319FBB4D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649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6EFC6-7925-44B8-A529-11AED590D5E3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354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EC70-5BDB-41F3-8837-2B67842A5AC1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700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EB92-7756-4FB3-A451-93C2F1A87525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758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CA8F4-DC0A-4958-B829-35EC1CEE688B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795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EF9E-05C4-4171-B813-E37874028654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476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C506E-8CA2-440F-AED7-14C87085D013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825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AA696B1-D94D-4712-A847-4CAD31864B01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27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E7FA-04BE-8D04-3EE4-B04B71E6F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TTED 731 Adult Learners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1F541-3F56-D90D-F739-7409083A7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7 - Adult Learners in ABE and Correctional Settings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BB828-876E-899D-F4AE-8B13CA050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584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Serves high-barrier adult learners</a:t>
            </a:r>
          </a:p>
          <a:p>
            <a:r>
              <a:t>Focus on GED, literacy, workforce skills</a:t>
            </a:r>
          </a:p>
          <a:p>
            <a:r>
              <a:t>Trauma-informed &amp; equitable instruction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89077-1DE9-189E-DA81-1D81364C2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Explain</a:t>
            </a:r>
            <a:r>
              <a:rPr lang="en-US" dirty="0"/>
              <a:t> and describe Adult Basis Education (</a:t>
            </a:r>
            <a:r>
              <a:rPr dirty="0"/>
              <a:t>ABE</a:t>
            </a:r>
            <a:r>
              <a:rPr lang="en-US" dirty="0"/>
              <a:t>)</a:t>
            </a:r>
            <a:endParaRPr dirty="0"/>
          </a:p>
          <a:p>
            <a:r>
              <a:rPr dirty="0"/>
              <a:t>Describe literacy</a:t>
            </a:r>
            <a:r>
              <a:rPr lang="en-US" dirty="0"/>
              <a:t> challenges and </a:t>
            </a:r>
            <a:r>
              <a:rPr dirty="0"/>
              <a:t>instruction</a:t>
            </a:r>
          </a:p>
          <a:p>
            <a:r>
              <a:rPr dirty="0"/>
              <a:t>Identify GED needs</a:t>
            </a:r>
          </a:p>
          <a:p>
            <a:r>
              <a:rPr dirty="0"/>
              <a:t>Analyze correctional challenges</a:t>
            </a:r>
          </a:p>
          <a:p>
            <a:r>
              <a:rPr dirty="0"/>
              <a:t>Apply trauma-informed practices</a:t>
            </a:r>
          </a:p>
          <a:p>
            <a:r>
              <a:rPr dirty="0"/>
              <a:t>Evaluate reentry strategies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CEC3-BCA4-1AE1-84C4-9BE7CBA5A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Adult Basic Education (ABE)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Reading, writing, math, digital literacy</a:t>
            </a:r>
          </a:p>
          <a:p>
            <a:r>
              <a:t>Adults without HS completion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D2297-17E8-4511-ABC3-766FC6F28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ABE is Offered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Community </a:t>
            </a:r>
            <a:r>
              <a:rPr lang="en-US" dirty="0"/>
              <a:t>and Technical C</a:t>
            </a:r>
            <a:r>
              <a:rPr dirty="0"/>
              <a:t>olleges</a:t>
            </a:r>
          </a:p>
          <a:p>
            <a:r>
              <a:rPr dirty="0"/>
              <a:t>Workforce centers</a:t>
            </a:r>
          </a:p>
          <a:p>
            <a:r>
              <a:rPr dirty="0"/>
              <a:t>Adult education programs</a:t>
            </a:r>
          </a:p>
          <a:p>
            <a:r>
              <a:rPr dirty="0"/>
              <a:t>Community organizations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69205-004A-9CAA-1B8F-A5F217EEF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ABE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Wide skill levels</a:t>
            </a:r>
          </a:p>
          <a:p>
            <a:r>
              <a:t>Individualized instruction</a:t>
            </a:r>
          </a:p>
          <a:p>
            <a:r>
              <a:t>Low confidence</a:t>
            </a:r>
          </a:p>
          <a:p>
            <a:r>
              <a:t>Balance flexibility &amp;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867B3-9F13-2615-DF2C-F7A71ED90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Adult Literacy Development</a:t>
            </a:r>
            <a:r>
              <a:rPr lang="en-US" dirty="0"/>
              <a:t> Instructional Strategies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Built on experience</a:t>
            </a:r>
          </a:p>
          <a:p>
            <a:r>
              <a:rPr dirty="0"/>
              <a:t>Driven by real-world goals</a:t>
            </a:r>
          </a:p>
          <a:p>
            <a:r>
              <a:rPr dirty="0"/>
              <a:t>Focus on relevance</a:t>
            </a:r>
            <a:endParaRPr lang="en-US" dirty="0"/>
          </a:p>
          <a:p>
            <a:r>
              <a:rPr lang="en-US" dirty="0"/>
              <a:t>Contextual learning</a:t>
            </a:r>
          </a:p>
          <a:p>
            <a:r>
              <a:rPr lang="en-US" dirty="0"/>
              <a:t>Real-life documents</a:t>
            </a:r>
          </a:p>
          <a:p>
            <a:r>
              <a:rPr lang="en-US" dirty="0"/>
              <a:t>Problem-solving</a:t>
            </a:r>
          </a:p>
          <a:p>
            <a:r>
              <a:rPr lang="en-US" dirty="0"/>
              <a:t>Collaboration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D1E11-098A-EFED-4893-E8366753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GED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 arts, math, science, social studies</a:t>
            </a:r>
          </a:p>
          <a:p>
            <a:r>
              <a:t>High school equivalency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1D701-0F50-A94F-1574-06CE7A213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GED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Diagnostics</a:t>
            </a:r>
          </a:p>
          <a:p>
            <a:r>
              <a:t>Individual plans</a:t>
            </a:r>
          </a:p>
          <a:p>
            <a:r>
              <a:t>Test strategies</a:t>
            </a:r>
          </a:p>
          <a:p>
            <a:r>
              <a:t>Study skills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DC3B3-A84A-571C-8DBD-E188AD292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Correctional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ABE, GED, CTE programs</a:t>
            </a:r>
          </a:p>
          <a:p>
            <a:r>
              <a:rPr lang="en-US" dirty="0"/>
              <a:t>Can include:</a:t>
            </a:r>
          </a:p>
          <a:p>
            <a:pPr lvl="1"/>
            <a:r>
              <a:rPr dirty="0"/>
              <a:t>Jails</a:t>
            </a:r>
            <a:endParaRPr lang="en-US" dirty="0"/>
          </a:p>
          <a:p>
            <a:pPr lvl="1"/>
            <a:r>
              <a:rPr lang="en-US" dirty="0"/>
              <a:t>Prisons (both state and federal)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383D8-8E23-91AC-33F2-7062AF151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Correctional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Limited technology</a:t>
            </a:r>
          </a:p>
          <a:p>
            <a:r>
              <a:rPr dirty="0"/>
              <a:t>Security rules</a:t>
            </a:r>
          </a:p>
          <a:p>
            <a:r>
              <a:rPr dirty="0"/>
              <a:t>Few resources</a:t>
            </a:r>
          </a:p>
          <a:p>
            <a:r>
              <a:rPr dirty="0"/>
              <a:t>Varied skills</a:t>
            </a:r>
            <a:endParaRPr lang="en-US" dirty="0"/>
          </a:p>
          <a:p>
            <a:r>
              <a:rPr lang="en-US" dirty="0"/>
              <a:t>CTE programs may be a requirement for parole</a:t>
            </a:r>
          </a:p>
          <a:p>
            <a:pPr lvl="1"/>
            <a:r>
              <a:rPr lang="en-US" dirty="0"/>
              <a:t>This can be both a good and bad thing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0B56E-067B-1017-808F-FF6FCBAC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Reentry &amp; Workforce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Career readiness</a:t>
            </a:r>
          </a:p>
          <a:p>
            <a:r>
              <a:t>Resume/interview skills</a:t>
            </a:r>
          </a:p>
          <a:p>
            <a:r>
              <a:t>Financial literacy</a:t>
            </a:r>
          </a:p>
          <a:p>
            <a:r>
              <a:t>Certifications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7AF9E-1399-D27F-F2E7-6A0C1452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Trauma-Informed Instruction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Safety, respect, empowerment</a:t>
            </a:r>
          </a:p>
          <a:p>
            <a:r>
              <a:t>Supports resilience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AD284-B422-C4D2-B4BF-5EB1B765A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Predictable routines</a:t>
            </a:r>
          </a:p>
          <a:p>
            <a:r>
              <a:t>Build trust</a:t>
            </a:r>
          </a:p>
          <a:p>
            <a:r>
              <a:t>Learner voice</a:t>
            </a:r>
          </a:p>
          <a:p>
            <a:r>
              <a:t>Avoid punitive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72256-AA8B-8940-756B-4B644888C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confidence</a:t>
            </a:r>
          </a:p>
          <a:p>
            <a:r>
              <a:t>Negative experiences</a:t>
            </a:r>
          </a:p>
          <a:p>
            <a:r>
              <a:t>External pressures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44245-3F33-AF49-7114-E4B08D52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 setting</a:t>
            </a:r>
          </a:p>
          <a:p>
            <a:r>
              <a:t>Recognize progress</a:t>
            </a:r>
          </a:p>
          <a:p>
            <a:r>
              <a:t>Real-life relevance</a:t>
            </a:r>
          </a:p>
          <a:p>
            <a:r>
              <a:t>Mentorship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713D5-D74B-AD7B-0421-F884280C0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 &amp;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Equity</a:t>
            </a:r>
          </a:p>
          <a:p>
            <a:r>
              <a:t>Privacy</a:t>
            </a:r>
          </a:p>
          <a:p>
            <a:r>
              <a:t>Access</a:t>
            </a:r>
          </a:p>
          <a:p>
            <a:r>
              <a:t>Advocacy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93871-2DE1-BAA2-65B5-A55C7CF0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</TotalTime>
  <Words>270</Words>
  <Application>Microsoft Office PowerPoint</Application>
  <PresentationFormat>On-screen Show (4:3)</PresentationFormat>
  <Paragraphs>98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Garamond</vt:lpstr>
      <vt:lpstr>Organic</vt:lpstr>
      <vt:lpstr>TTED 731 Adult Learners</vt:lpstr>
      <vt:lpstr>Lesson Overview</vt:lpstr>
      <vt:lpstr>Learning Objectives</vt:lpstr>
      <vt:lpstr>Adult Basic Education (ABE)</vt:lpstr>
      <vt:lpstr>Where ABE is Offered</vt:lpstr>
      <vt:lpstr>ABE Challenges</vt:lpstr>
      <vt:lpstr>Adult Literacy Development Instructional Strategies</vt:lpstr>
      <vt:lpstr>GED Preparation</vt:lpstr>
      <vt:lpstr>GED Strategies</vt:lpstr>
      <vt:lpstr>Correctional Education</vt:lpstr>
      <vt:lpstr>Correctional Challenges</vt:lpstr>
      <vt:lpstr>Reentry &amp; Workforce</vt:lpstr>
      <vt:lpstr>Trauma-Informed Instruction</vt:lpstr>
      <vt:lpstr>Trauma Strategies</vt:lpstr>
      <vt:lpstr>Motivation Barriers</vt:lpstr>
      <vt:lpstr>Motivation Strategies</vt:lpstr>
      <vt:lpstr>Ethics &amp; Access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Greg Belcher</dc:creator>
  <cp:keywords/>
  <dc:description>generated using python-pptx</dc:description>
  <cp:lastModifiedBy>Greg Belcher</cp:lastModifiedBy>
  <cp:revision>1</cp:revision>
  <dcterms:created xsi:type="dcterms:W3CDTF">2013-01-27T09:14:16Z</dcterms:created>
  <dcterms:modified xsi:type="dcterms:W3CDTF">2026-06-17T14:05:07Z</dcterms:modified>
  <cp:category/>
</cp:coreProperties>
</file>