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C30AA9-7BD0-4BD5-9158-76348FD4FF1F}" v="2" dt="2026-06-16T20:07:25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Belcher" userId="5e32593e-d09c-47ab-94f0-f2d7946a4b2a" providerId="ADAL" clId="{89D4B403-7219-4A72-AD65-189E4FE5881D}"/>
    <pc:docChg chg="custSel addSld delSld modSld sldOrd">
      <pc:chgData name="Greg Belcher" userId="5e32593e-d09c-47ab-94f0-f2d7946a4b2a" providerId="ADAL" clId="{89D4B403-7219-4A72-AD65-189E4FE5881D}" dt="2026-06-16T20:06:01.902" v="216" actId="27636"/>
      <pc:docMkLst>
        <pc:docMk/>
      </pc:docMkLst>
      <pc:sldChg chg="modSp mod">
        <pc:chgData name="Greg Belcher" userId="5e32593e-d09c-47ab-94f0-f2d7946a4b2a" providerId="ADAL" clId="{89D4B403-7219-4A72-AD65-189E4FE5881D}" dt="2026-06-16T20:05:17.889" v="189" actId="20577"/>
        <pc:sldMkLst>
          <pc:docMk/>
          <pc:sldMk cId="0" sldId="257"/>
        </pc:sldMkLst>
        <pc:spChg chg="mod">
          <ac:chgData name="Greg Belcher" userId="5e32593e-d09c-47ab-94f0-f2d7946a4b2a" providerId="ADAL" clId="{89D4B403-7219-4A72-AD65-189E4FE5881D}" dt="2026-06-16T20:05:17.889" v="189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Greg Belcher" userId="5e32593e-d09c-47ab-94f0-f2d7946a4b2a" providerId="ADAL" clId="{89D4B403-7219-4A72-AD65-189E4FE5881D}" dt="2026-06-16T20:06:01.902" v="216" actId="27636"/>
        <pc:sldMkLst>
          <pc:docMk/>
          <pc:sldMk cId="0" sldId="259"/>
        </pc:sldMkLst>
        <pc:spChg chg="mod">
          <ac:chgData name="Greg Belcher" userId="5e32593e-d09c-47ab-94f0-f2d7946a4b2a" providerId="ADAL" clId="{89D4B403-7219-4A72-AD65-189E4FE5881D}" dt="2026-06-16T20:06:01.902" v="216" actId="27636"/>
          <ac:spMkLst>
            <pc:docMk/>
            <pc:sldMk cId="0" sldId="259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C7C14-4C3C-4132-A5EC-C7C500AAF2E6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A1627-8798-4844-94B0-99C0FF181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70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888D2296-0C97-45C0-BD4A-C68F6E906BC0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464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6CE4D-D123-480D-B42B-0302D9D4F425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6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C6DBC-B4B4-481C-9E60-6CD3DB2F52F7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74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A34EE-77F3-4A2E-A065-E47EA8C9D3EB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52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91183-D62B-46C6-822B-7CBCAC9B14E5}" type="datetime1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276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3D49D-E928-42DA-B985-3F209DA1698D}" type="datetime1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10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6809-3E67-4270-AB06-FAE79EA09B5F}" type="datetime1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01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D8F49-1DE1-447C-8B7A-687810F3C235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86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E8266-0440-4400-9820-BE493C3BBEB1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46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B58D8-E058-4569-80E2-863D45ED4091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2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BA818-C678-4CF2-A54C-6B77F502ABE8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454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FA4B1-B338-4B89-B325-66B18D164368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80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58863-B4F1-438F-9B4E-EA3DE34A9409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02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4F04-414B-4DD2-8864-EDF3F0D3B52D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844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BE51-A9FE-4D3E-9C44-17BFEBC73897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397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E5ACE-0B37-458A-8510-3CBC10D993E2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7996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4C4DF-7EBD-46CF-BB65-1B65FF72C314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553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AF587E2-7E49-4B5C-B523-F9615DFACDA8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7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F640-EEC2-1044-0752-F14F9A490E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TTED 731 Adult Learners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96E936-68A6-8029-C4FD-0BD894837C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Five – Learning Styles, Cognitive Processing and Instructional Alignment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BB098-A987-8677-6CAB-BFEAEF3E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14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Focus on how adult learners process information</a:t>
            </a:r>
          </a:p>
          <a:p>
            <a:r>
              <a:rPr dirty="0"/>
              <a:t>Shift from learning styles to evidence-based practices</a:t>
            </a:r>
          </a:p>
          <a:p>
            <a:r>
              <a:rPr dirty="0"/>
              <a:t>Includes cognitive load, metacognition, and UDL</a:t>
            </a:r>
            <a:r>
              <a:rPr lang="en-US" dirty="0"/>
              <a:t> (Universal Design for Learning)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73BBC-A3F7-5B17-C1F7-3573E740D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learning styles theory</a:t>
            </a:r>
          </a:p>
          <a:p>
            <a:r>
              <a:t>Describe cognitive load theory</a:t>
            </a:r>
          </a:p>
          <a:p>
            <a:r>
              <a:t>Analyze adult information processing</a:t>
            </a:r>
          </a:p>
          <a:p>
            <a:r>
              <a:t>Explain metacognition</a:t>
            </a:r>
          </a:p>
          <a:p>
            <a:r>
              <a:t>Apply UDL and differentiation</a:t>
            </a:r>
          </a:p>
          <a:p>
            <a:r>
              <a:t>Design aligned instruction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4EAE7-92F8-E4A4-16FC-0C960A10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Discussion Question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How do you learn best when mastering a technical skill?</a:t>
            </a:r>
          </a:p>
          <a:p>
            <a:r>
              <a:rPr dirty="0"/>
              <a:t>Discuss with a partner</a:t>
            </a:r>
          </a:p>
          <a:p>
            <a:r>
              <a:rPr dirty="0"/>
              <a:t>Transition: Learning is more complex than learning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9009E-7F8E-3D83-B456-9E767DE7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Styles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Visual, auditory, kinesthetic, read/write</a:t>
            </a:r>
          </a:p>
          <a:p>
            <a:r>
              <a:t>Strength: promotes variety</a:t>
            </a:r>
          </a:p>
          <a:p>
            <a:r>
              <a:t>Limitation: little evidence for effectiveness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0E4D4-76D8-E3A7-24FF-D6163FA32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Cognitive Load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memory is limited</a:t>
            </a:r>
          </a:p>
          <a:p>
            <a:r>
              <a:t>Intrinsic: content complexity</a:t>
            </a:r>
          </a:p>
          <a:p>
            <a:r>
              <a:t>Extraneous: distractions</a:t>
            </a:r>
          </a:p>
          <a:p>
            <a:r>
              <a:t>Germane: learning effort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E227B-E69B-0D83-1E31-AFF949A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Chunk content</a:t>
            </a:r>
          </a:p>
          <a:p>
            <a:r>
              <a:t>Avoid overload</a:t>
            </a:r>
          </a:p>
          <a:p>
            <a:r>
              <a:t>Use clear, structured instruction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14E92-71E4-4B1D-4976-B7DDC2D6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Adult Information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Connects to prior experience</a:t>
            </a:r>
          </a:p>
          <a:p>
            <a:r>
              <a:t>Slower but deeper processing</a:t>
            </a:r>
          </a:p>
          <a:p>
            <a:r>
              <a:t>Relevance increases retention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B8FE7-07DF-EE55-EB88-C12B6CB2B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Thinking about thinking</a:t>
            </a:r>
          </a:p>
          <a:p>
            <a:r>
              <a:t>Self-monitoring</a:t>
            </a:r>
          </a:p>
          <a:p>
            <a:r>
              <a:t>Reflection</a:t>
            </a:r>
          </a:p>
          <a:p>
            <a:r>
              <a:t>Adjusting strategies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42049-0BCB-7629-F51D-7876042EF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Metacognitive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Reflection prompts</a:t>
            </a:r>
          </a:p>
          <a:p>
            <a:r>
              <a:t>Self-assessment</a:t>
            </a:r>
          </a:p>
          <a:p>
            <a:r>
              <a:t>Think-aloud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93B3D-EC35-BB84-1EC1-52CCB33F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Universal Design for Learning (UDL)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Engagement (motivation)</a:t>
            </a:r>
          </a:p>
          <a:p>
            <a:r>
              <a:t>Representation (content delivery)</a:t>
            </a:r>
          </a:p>
          <a:p>
            <a:r>
              <a:t>Action &amp; Expression (demonstration)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161C4-548E-8872-E595-B9093BD58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Differentiated Instruction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Adjust for readiness and experience</a:t>
            </a:r>
          </a:p>
          <a:p>
            <a:r>
              <a:t>Maintain rigor</a:t>
            </a:r>
          </a:p>
          <a:p>
            <a:r>
              <a:t>Scaffolding</a:t>
            </a:r>
          </a:p>
          <a:p>
            <a:r>
              <a:t>Flexible pacing</a:t>
            </a:r>
          </a:p>
          <a:p>
            <a:r>
              <a:t>Varied assessment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EA318-44AC-166C-5883-09704D41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</TotalTime>
  <Words>222</Words>
  <Application>Microsoft Office PowerPoint</Application>
  <PresentationFormat>On-screen Show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Garamond</vt:lpstr>
      <vt:lpstr>Organic</vt:lpstr>
      <vt:lpstr>TTED 731 Adult Learners</vt:lpstr>
      <vt:lpstr>Lesson Overview</vt:lpstr>
      <vt:lpstr>Learning Objectives</vt:lpstr>
      <vt:lpstr>Discussion Question</vt:lpstr>
      <vt:lpstr>Learning Styles Theory</vt:lpstr>
      <vt:lpstr>Cognitive Load Theory</vt:lpstr>
      <vt:lpstr>Instructional Implications</vt:lpstr>
      <vt:lpstr>Adult Information Processing</vt:lpstr>
      <vt:lpstr>Metacognition</vt:lpstr>
      <vt:lpstr>Metacognitive Strategies</vt:lpstr>
      <vt:lpstr>Universal Design for Learning (UDL)</vt:lpstr>
      <vt:lpstr>Differentiated Instruction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Greg Belcher</dc:creator>
  <cp:keywords/>
  <dc:description>generated using python-pptx</dc:description>
  <cp:lastModifiedBy>Greg Belcher</cp:lastModifiedBy>
  <cp:revision>1</cp:revision>
  <dcterms:created xsi:type="dcterms:W3CDTF">2013-01-27T09:14:16Z</dcterms:created>
  <dcterms:modified xsi:type="dcterms:W3CDTF">2026-06-16T20:07:34Z</dcterms:modified>
  <cp:category/>
</cp:coreProperties>
</file>