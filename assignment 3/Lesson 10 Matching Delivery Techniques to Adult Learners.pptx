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64" r:id="rId4"/>
    <p:sldId id="265" r:id="rId5"/>
    <p:sldId id="266" r:id="rId6"/>
    <p:sldId id="267" r:id="rId7"/>
    <p:sldId id="27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C7A63-3BAB-4697-BC5C-F8C181C676C5}" v="2" dt="2026-06-18T16:50:59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Belcher" userId="5e32593e-d09c-47ab-94f0-f2d7946a4b2a" providerId="ADAL" clId="{89D4B403-7219-4A72-AD65-189E4FE5881D}"/>
    <pc:docChg chg="modSld">
      <pc:chgData name="Greg Belcher" userId="5e32593e-d09c-47ab-94f0-f2d7946a4b2a" providerId="ADAL" clId="{89D4B403-7219-4A72-AD65-189E4FE5881D}" dt="2026-06-18T15:59:33.906" v="60" actId="6549"/>
      <pc:docMkLst>
        <pc:docMk/>
      </pc:docMkLst>
      <pc:sldChg chg="modSp mod">
        <pc:chgData name="Greg Belcher" userId="5e32593e-d09c-47ab-94f0-f2d7946a4b2a" providerId="ADAL" clId="{89D4B403-7219-4A72-AD65-189E4FE5881D}" dt="2026-06-18T15:58:37.345" v="1" actId="20577"/>
        <pc:sldMkLst>
          <pc:docMk/>
          <pc:sldMk cId="0" sldId="256"/>
        </pc:sldMkLst>
        <pc:spChg chg="mod">
          <ac:chgData name="Greg Belcher" userId="5e32593e-d09c-47ab-94f0-f2d7946a4b2a" providerId="ADAL" clId="{89D4B403-7219-4A72-AD65-189E4FE5881D}" dt="2026-06-18T15:58:37.345" v="1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Greg Belcher" userId="5e32593e-d09c-47ab-94f0-f2d7946a4b2a" providerId="ADAL" clId="{89D4B403-7219-4A72-AD65-189E4FE5881D}" dt="2026-06-18T15:59:33.906" v="60" actId="6549"/>
        <pc:sldMkLst>
          <pc:docMk/>
          <pc:sldMk cId="0" sldId="266"/>
        </pc:sldMkLst>
        <pc:spChg chg="mod">
          <ac:chgData name="Greg Belcher" userId="5e32593e-d09c-47ab-94f0-f2d7946a4b2a" providerId="ADAL" clId="{89D4B403-7219-4A72-AD65-189E4FE5881D}" dt="2026-06-18T15:59:33.906" v="60" actId="6549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Greg Belcher" userId="5e32593e-d09c-47ab-94f0-f2d7946a4b2a" providerId="ADAL" clId="{89D4B403-7219-4A72-AD65-189E4FE5881D}" dt="2026-06-18T15:58:58.358" v="25" actId="20577"/>
        <pc:sldMkLst>
          <pc:docMk/>
          <pc:sldMk cId="0" sldId="271"/>
        </pc:sldMkLst>
        <pc:spChg chg="mod">
          <ac:chgData name="Greg Belcher" userId="5e32593e-d09c-47ab-94f0-f2d7946a4b2a" providerId="ADAL" clId="{89D4B403-7219-4A72-AD65-189E4FE5881D}" dt="2026-06-18T15:58:58.358" v="25" actId="20577"/>
          <ac:spMkLst>
            <pc:docMk/>
            <pc:sldMk cId="0" sldId="271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685A2-D28A-4548-85EE-B8C4795553A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7E577-0CC6-4779-AA6D-2BD4DEB46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79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4544B71C-01FB-42BB-9C62-0E23D67D324B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33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EBE5F-E060-4C58-806C-5C3870A837D2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63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5157-D5B2-49BB-A847-9A453687B131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845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DABD-51EC-4D7B-903D-90D958CBA54D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4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662A3-4FE5-4368-BA87-B4470B45AE2F}" type="datetime1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063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6D35D-0FFF-4DBC-9520-2BA1E7A87F33}" type="datetime1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72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7E3C-B486-4523-8B91-D8DC630D4B10}" type="datetime1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66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3139-3008-446D-9F62-239131EB4006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105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AAC4-1B5C-4446-9B1C-24C36AE18246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672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7540-D550-4EC7-AB3E-616CDB38BC6B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18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6E55-3B80-4380-8285-44ED7B62FE44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983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C8569-E391-4FC7-BD75-4971122A3FCB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578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E4450-B3FB-4F2A-A524-7CE9B7CC72B2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76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837AC-DF33-4421-8B8D-A5DA8B0EADF2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853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EF2D6-B508-454F-B93F-1F8ACCA01551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761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1772-835C-439C-A600-CD02CB67F159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041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7AB75-3625-4F6B-8B24-21033773ECC3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81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73E9FAE-02AB-402B-9AF9-218B1A827BC3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TTED 731 – Adult Learners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10 - Matching Delivery Techniques </a:t>
            </a:r>
          </a:p>
          <a:p>
            <a:r>
              <a:rPr lang="en-US" dirty="0"/>
              <a:t>to Adult Learners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89FA3-7893-C285-02A4-6044F87E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Compare delivery modalities</a:t>
            </a:r>
          </a:p>
          <a:p>
            <a:r>
              <a:rPr dirty="0"/>
              <a:t>Identify active learning strategies</a:t>
            </a:r>
          </a:p>
          <a:p>
            <a:r>
              <a:rPr dirty="0"/>
              <a:t>Match instructional methods to content complexity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ED95B-3E0D-3E01-9333-690099061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Delivery M</a:t>
            </a:r>
            <a:r>
              <a:rPr lang="en-US" dirty="0"/>
              <a:t>ethods</a:t>
            </a:r>
            <a:br>
              <a:rPr lang="en-US" dirty="0"/>
            </a:br>
            <a:r>
              <a:rPr dirty="0"/>
              <a:t> in Adult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Face-to-Face</a:t>
            </a:r>
          </a:p>
          <a:p>
            <a:r>
              <a:rPr dirty="0"/>
              <a:t>Online (Asynchronous)</a:t>
            </a:r>
            <a:endParaRPr lang="en-US" dirty="0"/>
          </a:p>
          <a:p>
            <a:r>
              <a:rPr lang="en-US" dirty="0"/>
              <a:t>Online (Synchronous)</a:t>
            </a:r>
            <a:endParaRPr dirty="0"/>
          </a:p>
          <a:p>
            <a:r>
              <a:rPr dirty="0"/>
              <a:t>Hybrid/Blended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50C53-1335-5103-5EF0-BD7A6F323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Face-to-Face vs. Online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Face-to-Face:</a:t>
            </a:r>
          </a:p>
          <a:p>
            <a:pPr lvl="1"/>
            <a:r>
              <a:rPr dirty="0"/>
              <a:t>Immediate feedback</a:t>
            </a:r>
          </a:p>
          <a:p>
            <a:pPr lvl="1"/>
            <a:r>
              <a:rPr dirty="0"/>
              <a:t>Hands-on practice</a:t>
            </a:r>
          </a:p>
          <a:p>
            <a:r>
              <a:rPr dirty="0"/>
              <a:t>Online:</a:t>
            </a:r>
          </a:p>
          <a:p>
            <a:pPr lvl="1"/>
            <a:r>
              <a:rPr dirty="0"/>
              <a:t>Flexibility</a:t>
            </a:r>
          </a:p>
          <a:p>
            <a:pPr lvl="1"/>
            <a:r>
              <a:rPr dirty="0"/>
              <a:t>Accessibility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FB235-090F-EA93-1927-2C8079953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Designing Effective Online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Consistent rhythm</a:t>
            </a:r>
          </a:p>
          <a:p>
            <a:r>
              <a:rPr dirty="0"/>
              <a:t>Clear navigation</a:t>
            </a:r>
          </a:p>
          <a:p>
            <a:r>
              <a:rPr dirty="0"/>
              <a:t>Structured deadlines</a:t>
            </a:r>
          </a:p>
          <a:p>
            <a:r>
              <a:rPr dirty="0"/>
              <a:t>Instructor presence</a:t>
            </a:r>
          </a:p>
          <a:p>
            <a:r>
              <a:rPr dirty="0"/>
              <a:t>Frequent communication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D2B10-B99A-3AD0-2EF2-6882B320D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Active Learning and Adult Learners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Adults learn best when they:</a:t>
            </a:r>
          </a:p>
          <a:p>
            <a:pPr lvl="1"/>
            <a:r>
              <a:rPr dirty="0"/>
              <a:t>Apply knowledge immediately</a:t>
            </a:r>
          </a:p>
          <a:p>
            <a:pPr lvl="1"/>
            <a:r>
              <a:rPr dirty="0"/>
              <a:t>Solve authentic problems</a:t>
            </a:r>
          </a:p>
          <a:p>
            <a:pPr lvl="1"/>
            <a:r>
              <a:rPr dirty="0"/>
              <a:t>Share experiences</a:t>
            </a:r>
          </a:p>
          <a:p>
            <a:pPr lvl="1"/>
            <a:r>
              <a:rPr dirty="0"/>
              <a:t>Reflect on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5783D-43BA-E1D8-3FF3-4EB5FA40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Key Takeaways:</a:t>
            </a:r>
          </a:p>
          <a:p>
            <a:pPr lvl="1"/>
            <a:r>
              <a:rPr dirty="0"/>
              <a:t>Alignment matter</a:t>
            </a:r>
            <a:r>
              <a:rPr lang="en-US" dirty="0"/>
              <a:t>s</a:t>
            </a:r>
          </a:p>
          <a:p>
            <a:pPr lvl="1"/>
            <a:r>
              <a:rPr dirty="0"/>
              <a:t>Delivery methods should match learner needs</a:t>
            </a:r>
            <a:r>
              <a:rPr lang="en-US" dirty="0"/>
              <a:t> and characteristics</a:t>
            </a:r>
            <a:endParaRPr dirty="0"/>
          </a:p>
          <a:p>
            <a:pPr lvl="1"/>
            <a:r>
              <a:rPr dirty="0"/>
              <a:t>Active learning improves retention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006B6-A52A-E95F-581E-06CF31282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65</TotalTime>
  <Words>128</Words>
  <Application>Microsoft Office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Garamond</vt:lpstr>
      <vt:lpstr>Organic</vt:lpstr>
      <vt:lpstr>TTED 731 – Adult Learners</vt:lpstr>
      <vt:lpstr>Learning Objectives</vt:lpstr>
      <vt:lpstr>Delivery Methods  in Adult Education</vt:lpstr>
      <vt:lpstr>Face-to-Face vs. Online Learning</vt:lpstr>
      <vt:lpstr>Designing Effective Online Learning</vt:lpstr>
      <vt:lpstr>Active Learning and Adult Learners</vt:lpstr>
      <vt:lpstr>Summary and Reflection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Greg Belcher</dc:creator>
  <cp:keywords/>
  <dc:description>generated using python-pptx</dc:description>
  <cp:lastModifiedBy>Greg Belcher</cp:lastModifiedBy>
  <cp:revision>2</cp:revision>
  <dcterms:created xsi:type="dcterms:W3CDTF">2013-01-27T09:14:16Z</dcterms:created>
  <dcterms:modified xsi:type="dcterms:W3CDTF">2026-06-18T16:51:03Z</dcterms:modified>
  <cp:category/>
</cp:coreProperties>
</file>