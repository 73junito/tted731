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954838" cy="9309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E3D448-0324-48EF-97B8-5F1E63CBE1D4}" v="1" dt="2026-06-16T18:48:25.1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-42" y="-3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40175" y="0"/>
            <a:ext cx="30130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6AF888-F5AF-4FA4-835B-67C823D07C5A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82713" y="1163638"/>
            <a:ext cx="4189412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130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40175" y="8842375"/>
            <a:ext cx="30130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6A8BF0-1F17-4F43-B339-2871F837B1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816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6A8BF0-1F17-4F43-B339-2871F837B16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524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0411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68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0804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42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3335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0074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263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6411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105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870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76750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44584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7359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16804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95384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48135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943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461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TTED 731 </a:t>
            </a:r>
            <a:br>
              <a:rPr lang="en-US" dirty="0"/>
            </a:br>
            <a:r>
              <a:rPr lang="en-US" dirty="0"/>
              <a:t>Adult Learners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4 - </a:t>
            </a:r>
            <a:r>
              <a:rPr dirty="0"/>
              <a:t>Challenges Within </a:t>
            </a:r>
            <a:endParaRPr lang="en-US" dirty="0"/>
          </a:p>
          <a:p>
            <a:r>
              <a:rPr dirty="0"/>
              <a:t>the Adult Education Learning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Identify barriers affecting adult learners</a:t>
            </a:r>
          </a:p>
          <a:p>
            <a:r>
              <a:rPr dirty="0"/>
              <a:t>Analyze learning environments</a:t>
            </a:r>
          </a:p>
          <a:p>
            <a:r>
              <a:rPr dirty="0"/>
              <a:t>Design strategies to mitigate challenges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Structural Barriers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Scheduling conflicts</a:t>
            </a:r>
          </a:p>
          <a:p>
            <a:r>
              <a:t>Transportation issues</a:t>
            </a:r>
          </a:p>
          <a:p>
            <a:r>
              <a:t>Financial instability</a:t>
            </a:r>
          </a:p>
          <a:p>
            <a:r>
              <a:t>Technology gaps</a:t>
            </a:r>
          </a:p>
          <a:p>
            <a:r>
              <a:t>Childcare needs</a:t>
            </a:r>
          </a:p>
          <a:p>
            <a:r>
              <a:t>Institutional bureaucracy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Setting-Specific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Occupational: employer schedules</a:t>
            </a:r>
          </a:p>
          <a:p>
            <a:r>
              <a:t>Correctional: security limits</a:t>
            </a:r>
          </a:p>
          <a:p>
            <a:r>
              <a:t>ABE: fluctuating attendance</a:t>
            </a:r>
          </a:p>
          <a:p>
            <a:r>
              <a:t>Community college: part-time patterns</a:t>
            </a:r>
          </a:p>
          <a:p>
            <a:r>
              <a:t>Proprietary: fast pacing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 Prompt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Who is responsible for overcoming barriers?</a:t>
            </a:r>
          </a:p>
          <a:p>
            <a:r>
              <a:t>Institution vs. learner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Psychological Barriers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Fear of failure</a:t>
            </a:r>
          </a:p>
          <a:p>
            <a:r>
              <a:t>Negative past experiences</a:t>
            </a:r>
          </a:p>
          <a:p>
            <a:r>
              <a:t>Academic shame</a:t>
            </a:r>
          </a:p>
          <a:p>
            <a:r>
              <a:t>Imposter syndrome</a:t>
            </a:r>
          </a:p>
          <a:p>
            <a:r>
              <a:t>Test anxiety</a:t>
            </a:r>
          </a:p>
          <a:p>
            <a:r>
              <a:t>Trauma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Instructor tone</a:t>
            </a:r>
          </a:p>
          <a:p>
            <a:r>
              <a:t>Classroom climate</a:t>
            </a:r>
          </a:p>
          <a:p>
            <a:r>
              <a:t>Grading practices</a:t>
            </a:r>
          </a:p>
          <a:p>
            <a:r>
              <a:t>Attendance policies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Classroom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Dominant personalities</a:t>
            </a:r>
          </a:p>
          <a:p>
            <a:r>
              <a:rPr dirty="0"/>
              <a:t>Workplace hierarchies</a:t>
            </a:r>
          </a:p>
          <a:p>
            <a:r>
              <a:rPr dirty="0"/>
              <a:t>Resistance to authority</a:t>
            </a:r>
          </a:p>
          <a:p>
            <a:r>
              <a:rPr dirty="0"/>
              <a:t>Attendance inconsistency</a:t>
            </a:r>
          </a:p>
          <a:p>
            <a:r>
              <a:rPr dirty="0"/>
              <a:t>Skill gaps</a:t>
            </a:r>
            <a:endParaRPr lang="en-US" dirty="0"/>
          </a:p>
          <a:p>
            <a:r>
              <a:rPr lang="en-US" dirty="0"/>
              <a:t>Academic skills (math, English, etc.)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Management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Mutual respect agreements</a:t>
            </a:r>
          </a:p>
          <a:p>
            <a:r>
              <a:rPr dirty="0"/>
              <a:t>Leverage experience</a:t>
            </a:r>
          </a:p>
          <a:p>
            <a:r>
              <a:rPr dirty="0"/>
              <a:t>Clear expectations</a:t>
            </a:r>
            <a:r>
              <a:rPr lang="en-US" dirty="0"/>
              <a:t> are shared</a:t>
            </a:r>
            <a:endParaRPr dirty="0"/>
          </a:p>
          <a:p>
            <a:r>
              <a:rPr dirty="0"/>
              <a:t>Flexible participation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Institutional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Funding limits</a:t>
            </a:r>
          </a:p>
          <a:p>
            <a:r>
              <a:t>Performance metrics</a:t>
            </a:r>
          </a:p>
          <a:p>
            <a:r>
              <a:t>Completion pressures</a:t>
            </a:r>
          </a:p>
          <a:p>
            <a:r>
              <a:t>Credential timelines</a:t>
            </a:r>
          </a:p>
          <a:p>
            <a:r>
              <a:t>Limited staffing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Correctional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Restricted materials</a:t>
            </a:r>
          </a:p>
          <a:p>
            <a:r>
              <a:t>Limited technology</a:t>
            </a:r>
          </a:p>
          <a:p>
            <a:r>
              <a:t>Movement constraints</a:t>
            </a:r>
          </a:p>
          <a:p>
            <a:r>
              <a:t>Policy interruptions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Workforce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Employer-driven curriculum</a:t>
            </a:r>
          </a:p>
          <a:p>
            <a:r>
              <a:t>Certification pressure</a:t>
            </a:r>
          </a:p>
          <a:p>
            <a:r>
              <a:t>Productivity expectations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Barriers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Digital literacy gaps</a:t>
            </a:r>
          </a:p>
          <a:p>
            <a:r>
              <a:rPr dirty="0"/>
              <a:t>L</a:t>
            </a:r>
            <a:r>
              <a:rPr lang="en-US" dirty="0"/>
              <a:t>earning </a:t>
            </a:r>
            <a:r>
              <a:rPr dirty="0"/>
              <a:t>M</a:t>
            </a:r>
            <a:r>
              <a:rPr lang="en-US" dirty="0"/>
              <a:t>anagement System </a:t>
            </a:r>
            <a:r>
              <a:rPr dirty="0"/>
              <a:t>challenges</a:t>
            </a:r>
          </a:p>
          <a:p>
            <a:r>
              <a:rPr dirty="0"/>
              <a:t>Online fatigue</a:t>
            </a:r>
          </a:p>
          <a:p>
            <a:r>
              <a:rPr dirty="0"/>
              <a:t>Internet access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Digital onboarding</a:t>
            </a:r>
          </a:p>
          <a:p>
            <a:r>
              <a:rPr dirty="0"/>
              <a:t>Tech support</a:t>
            </a:r>
          </a:p>
          <a:p>
            <a:r>
              <a:rPr dirty="0"/>
              <a:t>Flexible asynchronous learning</a:t>
            </a:r>
          </a:p>
          <a:p>
            <a:r>
              <a:rPr dirty="0"/>
              <a:t>Multimodal instruction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Persistence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Life events</a:t>
            </a:r>
          </a:p>
          <a:p>
            <a:r>
              <a:t>Job changes</a:t>
            </a:r>
          </a:p>
          <a:p>
            <a:r>
              <a:t>Health issues</a:t>
            </a:r>
          </a:p>
          <a:p>
            <a:r>
              <a:t>Caregiving demands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Instructor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Proactive outreach</a:t>
            </a:r>
          </a:p>
          <a:p>
            <a:r>
              <a:t>Early alerts</a:t>
            </a:r>
          </a:p>
          <a:p>
            <a:r>
              <a:t>Flexible deadlines</a:t>
            </a:r>
          </a:p>
          <a:p>
            <a:r>
              <a:t>Support re-entry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140</TotalTime>
  <Words>217</Words>
  <Application>Microsoft Office PowerPoint</Application>
  <PresentationFormat>On-screen Show (4:3)</PresentationFormat>
  <Paragraphs>83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Garamond</vt:lpstr>
      <vt:lpstr>Organic</vt:lpstr>
      <vt:lpstr>TTED 731  Adult Learners</vt:lpstr>
      <vt:lpstr>Learning Objectives</vt:lpstr>
      <vt:lpstr>Structural Barriers</vt:lpstr>
      <vt:lpstr>Setting-Specific Challenges</vt:lpstr>
      <vt:lpstr>Discussion Prompt</vt:lpstr>
      <vt:lpstr>Psychological Barriers</vt:lpstr>
      <vt:lpstr>Environmental Impact</vt:lpstr>
      <vt:lpstr>Classroom Management</vt:lpstr>
      <vt:lpstr>Management Strategies</vt:lpstr>
      <vt:lpstr>Institutional Constraints</vt:lpstr>
      <vt:lpstr>Correctional Context</vt:lpstr>
      <vt:lpstr>Workforce Context</vt:lpstr>
      <vt:lpstr>Technology Barriers</vt:lpstr>
      <vt:lpstr>Technology Solutions</vt:lpstr>
      <vt:lpstr>Persistence Challenges</vt:lpstr>
      <vt:lpstr>Instructor Role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Greg Belcher</dc:creator>
  <cp:keywords/>
  <dc:description>generated using python-pptx</dc:description>
  <cp:lastModifiedBy>Greg Belcher</cp:lastModifiedBy>
  <cp:revision>1</cp:revision>
  <cp:lastPrinted>2026-06-16T18:48:25Z</cp:lastPrinted>
  <dcterms:created xsi:type="dcterms:W3CDTF">2013-01-27T09:14:16Z</dcterms:created>
  <dcterms:modified xsi:type="dcterms:W3CDTF">2026-06-16T19:32:51Z</dcterms:modified>
  <cp:category/>
</cp:coreProperties>
</file>